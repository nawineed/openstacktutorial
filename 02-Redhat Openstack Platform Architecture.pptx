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4" r:id="rId5"/>
    <p:sldId id="265" r:id="rId6"/>
    <p:sldId id="25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0" r:id="rId39"/>
    <p:sldId id="304" r:id="rId40"/>
    <p:sldId id="301" r:id="rId41"/>
    <p:sldId id="302" r:id="rId42"/>
    <p:sldId id="303" r:id="rId43"/>
  </p:sldIdLst>
  <p:sldSz cx="12192000" cy="6858000"/>
  <p:notesSz cx="6858000" cy="9144000"/>
  <p:defaultTextStyle>
    <a:defPPr>
      <a:defRPr lang="th-TH"/>
    </a:defPPr>
    <a:lvl1pPr marL="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1A41"/>
    <a:srgbClr val="CC0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30CF2-FCA2-3017-2769-D9DFEBAFDD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E50852-FC79-3049-F5C9-4298A806E2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A20648-C733-F863-B3B2-0037C5BCC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23/09/69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C76099-45EB-9069-B6AF-BDD782F51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E8555-3E83-976B-2600-44E2CEE16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483647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1956-1098-076F-2C4A-AB2CC3955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BAFB3-F359-90D1-B039-C97E65502C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C51548-3559-CD14-52E0-097AE4D72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23/09/69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4F95F9-D6D8-934E-BA37-5D2F939EF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DF989-7C97-B581-29DD-F2AF9F987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828607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9421E-1CFA-1530-A111-1E8345BBD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0CC0E-7991-9AC0-0CE5-0BAD8744E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BE08C-2168-FFBD-3579-0151465EC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23/09/69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06D78-1A8D-212D-578F-64B5149C4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B035FE-7972-64FF-82B0-54ADADB60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20346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F5C0A-2840-F935-DBB9-A3688DCB7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1A7945-E10D-3E48-3A49-15EBB3C3A2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F69870-81D6-34DE-DFB8-31F58114A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943D5-4EB9-64C3-EBA5-749016434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23/09/69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C5233A-68AB-7476-156E-E04CDB5A4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07C11E-2871-E1E6-F15D-97D5B8814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443061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6204D-F5A9-546B-2EB3-F8BA360AF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2E8832-B431-41B7-B093-732B7FC44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0E9A22-F849-2560-84A0-14499CC181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F1B1A2-0531-9936-E37C-457382044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AC8BEE-14D0-919E-8121-831712D519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995FBA-015A-E9C6-B6AF-4FE19EEF5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23/09/69</a:t>
            </a:fld>
            <a:endParaRPr lang="th-T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626AB3-2E2C-5CED-F40A-8603D0DB7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BB0865-F7B7-F94B-1D4E-897CA3453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25941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F2CA6-93A2-DE49-2DA5-ACCAEA5D6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C13804-0205-84A4-A66A-FB4822F5D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23/09/69</a:t>
            </a:fld>
            <a:endParaRPr lang="th-T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548DDB-C4DE-2CD4-DF32-8744F2C79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4ECD56-CA9A-CD4D-F191-2467D0712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126205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5A6013-85A9-D604-7094-E1F4FAF5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23/09/69</a:t>
            </a:fld>
            <a:endParaRPr lang="th-T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289CE3-70EC-CAD0-C6C5-8D36C9ED0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CF1D37-4053-FA48-54C1-0FBE55E69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416275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6FE96-41A5-BC76-BF03-3E74B5E6C2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CD33C4-AF09-102D-E1F5-F0A2939E9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636C54-9D05-D140-7C33-89D3298B96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F3BE8D-CC10-86E7-A667-3FAB5692F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23/09/69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1FA4F8-629B-D4D1-1A1A-F687AB21A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6250EF-9F62-A199-3095-E1F40AF2E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269638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86BB7-0D12-1C7F-65B7-8A672666C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7273E5-BE5C-EBB9-F3FE-9C51A0277E7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h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CBC0D-F825-BEB4-CA5F-008A8FB200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BA6A26-D283-8AE5-07B2-9A647E344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23/09/69</a:t>
            </a:fld>
            <a:endParaRPr lang="th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A96740-0947-B689-CB64-C1F3E2F55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E2E90-BB47-D4D2-572A-D8F8A0A77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75170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5E148-756A-305C-2D41-1A2DF1F3F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A54608-02FA-D954-AA44-D918468FDB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E70D8-02E4-226E-1388-5228F451F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23/09/69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7D413-7A61-9C97-DC0B-2CADDEB3A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6C10D5-5DA9-E9D6-908F-06C382F3C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60549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3793C1-C507-A92A-20BA-21DB1F31CD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2EE482-1FEA-8CFF-7EB7-35C8F9B33A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B6A68-1F69-75F2-F25C-BAC573860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44E78-A0DD-4D5D-BACA-F1EFFF5DE7B8}" type="datetimeFigureOut">
              <a:rPr lang="th-TH" smtClean="0"/>
              <a:t>23/09/69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38D3A0-72B6-E194-1688-116E78567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F0A758-AC68-5B72-E75A-785134489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746723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F67776-9C60-EBDB-86AE-12C45A42C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h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D23B2F-D454-7067-1A3D-DC1AB0078F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h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C3A12-B03A-CEF3-A0C5-61C35FAC49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444E78-A0DD-4D5D-BACA-F1EFFF5DE7B8}" type="datetimeFigureOut">
              <a:rPr lang="th-TH" smtClean="0"/>
              <a:t>23/09/69</a:t>
            </a:fld>
            <a:endParaRPr lang="th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7D791-46D4-0211-FEFB-3A13541A99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h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DCC08-47F3-191B-D529-B63618680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B23BE9-C40C-41D7-95B4-97C5B0006D93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730191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h-TH"/>
      </a:defPPr>
      <a:lvl1pPr marL="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D9DF085E-AFA7-AD3E-4BBF-E02211101F79}"/>
              </a:ext>
            </a:extLst>
          </p:cNvPr>
          <p:cNvSpPr/>
          <p:nvPr/>
        </p:nvSpPr>
        <p:spPr>
          <a:xfrm>
            <a:off x="4206240" y="4419600"/>
            <a:ext cx="6187440" cy="207264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A74816-CC81-E6EA-BC12-DC49D37167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75" t="33333" b="5333"/>
          <a:stretch>
            <a:fillRect/>
          </a:stretch>
        </p:blipFill>
        <p:spPr>
          <a:xfrm>
            <a:off x="713232" y="2286000"/>
            <a:ext cx="10872602" cy="42062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7F1F5DE-6975-B75F-4A38-537989CD0CF3}"/>
              </a:ext>
            </a:extLst>
          </p:cNvPr>
          <p:cNvSpPr/>
          <p:nvPr/>
        </p:nvSpPr>
        <p:spPr>
          <a:xfrm>
            <a:off x="4608576" y="5084064"/>
            <a:ext cx="6108192" cy="14081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1CB391-CB24-B361-68A3-3A4253518797}"/>
              </a:ext>
            </a:extLst>
          </p:cNvPr>
          <p:cNvSpPr txBox="1"/>
          <p:nvPr/>
        </p:nvSpPr>
        <p:spPr>
          <a:xfrm>
            <a:off x="5730240" y="3044279"/>
            <a:ext cx="4346062" cy="769441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  <a:latin typeface="Red Hat Display Light" panose="02010303040201060303" pitchFamily="2" charset="0"/>
                <a:ea typeface="Red Hat Display Light" panose="02010303040201060303" pitchFamily="2" charset="0"/>
                <a:cs typeface="Red Hat Display Light" panose="02010303040201060303" pitchFamily="2" charset="0"/>
              </a:rPr>
              <a:t>ARCHITECTURE</a:t>
            </a:r>
            <a:endParaRPr lang="th-TH" sz="4400" dirty="0">
              <a:solidFill>
                <a:schemeClr val="bg1"/>
              </a:solidFill>
              <a:latin typeface="Red Hat Display Light" panose="02010303040201060303" pitchFamily="2" charset="0"/>
              <a:ea typeface="Red Hat Display Light" panose="02010303040201060303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851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4A9A5A-6983-D3B1-7B17-8EF0BE422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OpenStack Architecture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03D774-C0FD-EDA1-4E3F-84183DB873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6DCF0E-B32C-ACFD-83BE-EC9BDFE6B7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24" t="18799" r="5251" b="9067"/>
          <a:stretch>
            <a:fillRect/>
          </a:stretch>
        </p:blipFill>
        <p:spPr>
          <a:xfrm>
            <a:off x="838200" y="1680908"/>
            <a:ext cx="10104120" cy="4946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2328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77DA71-10BC-4F63-A98B-2FCFFCEB6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29D0608-9ED2-F222-5383-FD1E8FD2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OpenStack connect two worlds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519AA1-4E15-ED51-5BE1-9707662543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152400" y="5293360"/>
            <a:ext cx="3200400" cy="12734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732747-951B-DDBC-95E1-0EC260C602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947" t="27555" r="15669" b="9186"/>
          <a:stretch>
            <a:fillRect/>
          </a:stretch>
        </p:blipFill>
        <p:spPr>
          <a:xfrm>
            <a:off x="2341880" y="1564640"/>
            <a:ext cx="7508240" cy="433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385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021B8-ED50-C67F-DF85-E00917A59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064D943-D558-B8C0-C5F8-5E83FD472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Tenants view vs Operators view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351DFC-6678-0907-EA9B-6493E6C6C6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84816FE-FAED-4B29-18B7-12E61C358E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876" t="18074" r="21037" b="13629"/>
          <a:stretch>
            <a:fillRect/>
          </a:stretch>
        </p:blipFill>
        <p:spPr>
          <a:xfrm>
            <a:off x="838200" y="1422400"/>
            <a:ext cx="8214360" cy="522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994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E76A48-C060-1814-3D42-AB97B9D1C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5F62DAA-9027-B7FD-EA19-AEDE2E5EF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Cloud Interfaces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04C1DC-150A-E11A-823C-8A3A5CEAA3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964AF29-CCD2-AEF9-6CC0-3D6CA37110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527" t="26621" b="12297"/>
          <a:stretch>
            <a:fillRect/>
          </a:stretch>
        </p:blipFill>
        <p:spPr>
          <a:xfrm>
            <a:off x="152400" y="1825625"/>
            <a:ext cx="10153274" cy="4189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393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9DFB4BC-58FE-2B40-710A-7DF3E01A9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OpenStack Service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4A7317-9C17-A372-7E39-B8AFB113C6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900160" y="5219384"/>
            <a:ext cx="3200400" cy="12734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D0A7169-5B3A-83AB-74E8-070CBD7AAA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35" t="7259" b="8296"/>
          <a:stretch>
            <a:fillRect/>
          </a:stretch>
        </p:blipFill>
        <p:spPr>
          <a:xfrm>
            <a:off x="741680" y="497840"/>
            <a:ext cx="10844154" cy="57912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2444832-C9B1-7880-F150-B621A77E7BDD}"/>
              </a:ext>
            </a:extLst>
          </p:cNvPr>
          <p:cNvSpPr/>
          <p:nvPr/>
        </p:nvSpPr>
        <p:spPr>
          <a:xfrm>
            <a:off x="9174480" y="365125"/>
            <a:ext cx="1676400" cy="44767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589802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927623-6BB7-9EB3-0BE4-F71297E55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4CADBB0-9E60-D15B-0F2E-492ABFDD6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Compute (Nova)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2B78FE-67F6-4D95-88C8-B7055163DA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0A65B47-FF3E-8A75-1B42-B6ED4D625F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33" t="21927" r="9532" b="17778"/>
          <a:stretch>
            <a:fillRect/>
          </a:stretch>
        </p:blipFill>
        <p:spPr>
          <a:xfrm>
            <a:off x="690880" y="1825625"/>
            <a:ext cx="10414000" cy="4894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990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2E091-0C7D-9D21-D460-BBF800664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F4B36F2-C964-B002-BE6A-4F4BA5D2F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Compute (Nova)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DBF881-E6F4-2423-7F7F-1CAED7564C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656545-76A4-3A0A-DEDE-A2A79D753E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620" t="17778" b="12444"/>
          <a:stretch>
            <a:fillRect/>
          </a:stretch>
        </p:blipFill>
        <p:spPr>
          <a:xfrm>
            <a:off x="934719" y="1503679"/>
            <a:ext cx="10901563" cy="514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485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26A35C-A770-FB07-6D1A-A9D71470C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D0718D5-B686-3BBD-E134-2575C1593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Compute (Nova)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96AD09-D1CF-A9EE-B77F-799AB0BE17E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86DCA2-00A4-9567-6121-AF09341F6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648" y="1426895"/>
            <a:ext cx="6864703" cy="5200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2549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D95C46-E55C-728B-B053-D167BE993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379025E-D9C3-2AF2-E274-9BE482589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Networking (Neutron)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E08E55-93FC-4315-F64B-951D70D608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C644709-CB21-EEBD-3B8B-EBB2B4354D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192" t="21926" b="15259"/>
          <a:stretch>
            <a:fillRect/>
          </a:stretch>
        </p:blipFill>
        <p:spPr>
          <a:xfrm>
            <a:off x="955040" y="1879233"/>
            <a:ext cx="10678160" cy="4613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3195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565C8-B1F7-61B3-0211-71666F38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0127E5E-75AF-3653-79E2-FB981DB49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Networking (Neutron)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64A421D-C26A-91A8-A7DE-4EDD123F1C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4D7367C-143E-70EE-D57E-1B7FAE8AD6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551" t="18534" b="7600"/>
          <a:stretch>
            <a:fillRect/>
          </a:stretch>
        </p:blipFill>
        <p:spPr>
          <a:xfrm>
            <a:off x="1426464" y="1562036"/>
            <a:ext cx="9601586" cy="5065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0623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40A33B-6CF3-CA14-3763-AD36B827B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93CE062-033E-DC2A-B4C3-46A3FB101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Networking (Neutron)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3FCB94-78FF-0778-5B62-0688C88163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074A81-B90A-F39A-DB76-227C6BA644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880" t="19200" r="20658" b="12840"/>
          <a:stretch>
            <a:fillRect/>
          </a:stretch>
        </p:blipFill>
        <p:spPr>
          <a:xfrm>
            <a:off x="2039112" y="1503679"/>
            <a:ext cx="7178040" cy="5124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261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3DB9BF-1BDB-D5A1-B218-7F53D7A35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5A9CA44-3678-F4E5-97AA-0A188AA18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Block Storage (Cinder)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05845B-9840-229F-010C-0EAC6B04EC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2C87E22-566C-C2E0-100A-A4E9CC88BA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8" t="21926" r="8331" b="13867"/>
          <a:stretch>
            <a:fillRect/>
          </a:stretch>
        </p:blipFill>
        <p:spPr>
          <a:xfrm>
            <a:off x="1152144" y="1825625"/>
            <a:ext cx="9144000" cy="4403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798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B337CF-7310-83ED-F0EA-19A51F497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CA25A1C-6768-42CE-90FC-00535B5B2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Block Storage (Cinder)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0DDC65-C0E8-F703-B5C7-C3322BB0C6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6CB7942-E9D5-E544-BB6E-80217D8B64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86" t="18000" r="9081" b="18133"/>
          <a:stretch>
            <a:fillRect/>
          </a:stretch>
        </p:blipFill>
        <p:spPr>
          <a:xfrm>
            <a:off x="975360" y="1690688"/>
            <a:ext cx="9768840" cy="4869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5661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40CF7A-227B-F24E-2FD4-19EE48808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922E384-17BF-2101-2DBB-E1B179221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Block Storage (Cinder)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060432-61C0-61C0-B27E-D255D9CF98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EA37F0-B140-1C47-3868-F87C2F581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172" y="1503679"/>
            <a:ext cx="8103016" cy="5073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3195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17FDAD-B646-AF6C-9181-BC6FEB6B7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BD7C1C6-98A6-DEA0-251A-327293B08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Object Storage (Swift)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F573EC-7EB5-9D05-73AA-C40F3F316E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3F16192-7354-7DF4-8E5E-C2B6322E4C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06" t="21926" r="3834" b="17066"/>
          <a:stretch>
            <a:fillRect/>
          </a:stretch>
        </p:blipFill>
        <p:spPr>
          <a:xfrm>
            <a:off x="838200" y="1825625"/>
            <a:ext cx="9921240" cy="4183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062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E03109-8CFA-0595-7274-5F5DA3E9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27302DB-BB28-7DFA-CA66-B55C3D93E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Object Storage (Swift)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3B290B-B75C-64B9-14C5-366F8509BF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4B23E30-C3B6-4268-2EFE-4DFCE93FBE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970" t="18534" r="7748" b="10001"/>
          <a:stretch>
            <a:fillRect/>
          </a:stretch>
        </p:blipFill>
        <p:spPr>
          <a:xfrm>
            <a:off x="1578864" y="1591691"/>
            <a:ext cx="9034272" cy="4901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646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A4268B-F4B8-9543-658D-1A1D6D2FA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B4F242C-A940-78AB-E475-CDDE7494C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Object Storage (Swift)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8EA4F3-1599-BB4D-C60C-065284A339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C2798-F5F1-D808-121C-C151E6C4C9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6425" y="1496748"/>
            <a:ext cx="7779150" cy="513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7537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387C96-223D-C62A-EA1C-0A3B90917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795647B-8D62-8255-044C-0C0D370CE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VM Image Storage (Glance)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9550B2-EBB9-4B78-9D09-E68CA20B80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3CF4AEB-43C4-7418-6FAB-F74DF9F37DE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54" t="20800" r="2113" b="16000"/>
          <a:stretch>
            <a:fillRect/>
          </a:stretch>
        </p:blipFill>
        <p:spPr>
          <a:xfrm>
            <a:off x="1164336" y="1825625"/>
            <a:ext cx="9863328" cy="4334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65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68CA00-15D4-DE64-9BD0-A390E2070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6EDDD5E-28E1-ACE5-1E5E-62935A447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VM Image Storage (Glance)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9742FC-40DD-F018-530A-73175003C3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475F743-1097-93AC-CC65-BAB1BBB4AA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471" t="18400" r="5917" b="12933"/>
          <a:stretch>
            <a:fillRect/>
          </a:stretch>
        </p:blipFill>
        <p:spPr>
          <a:xfrm>
            <a:off x="1408176" y="1638616"/>
            <a:ext cx="9509760" cy="47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5511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1ADC68-D078-A96C-07F0-DC5A1C0BC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8FC8922-367C-78B4-BF98-3028E94C8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VM Image Storage (Glance)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2B5F68-420E-1133-A959-71AE036B202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1A0C8D9-AEBD-A543-FDCE-D22708F6DA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636" t="19600" r="12162" b="13200"/>
          <a:stretch>
            <a:fillRect/>
          </a:stretch>
        </p:blipFill>
        <p:spPr>
          <a:xfrm>
            <a:off x="1967484" y="1690688"/>
            <a:ext cx="8257032" cy="460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1872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9063AC-2C3C-965B-07ED-A8C409A2F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B124525-1E70-A4F8-6AF5-66A79335D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Identity and Access control</a:t>
            </a:r>
            <a:b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</a:br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(Keystone)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A4A216-9CEF-D354-029F-7D9B32823C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043A85F-53E8-8F7B-7C0D-99B4420E2F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720" t="21926" r="6749" b="15733"/>
          <a:stretch>
            <a:fillRect/>
          </a:stretch>
        </p:blipFill>
        <p:spPr>
          <a:xfrm>
            <a:off x="1592580" y="2062097"/>
            <a:ext cx="9171432" cy="4275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9054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8897BB-0CDE-8E33-2A27-9C016BD08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7DA3507-C06A-436F-8FDD-FCBE452BC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Identity and Access control</a:t>
            </a:r>
            <a:b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</a:br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(Keystone)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79389B-CB66-8699-E519-24DF142CE0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144DD5F-E29B-08FD-397F-12DC1A63EB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86" t="21926" r="4417" b="9600"/>
          <a:stretch>
            <a:fillRect/>
          </a:stretch>
        </p:blipFill>
        <p:spPr>
          <a:xfrm>
            <a:off x="1188720" y="1690688"/>
            <a:ext cx="9814560" cy="492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1979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15F1A3-915F-0F4C-10EC-D0917A41F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36AF6F0-A92C-16A7-45A2-FF7A7E93C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Identity and Access control</a:t>
            </a:r>
            <a:b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</a:br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(Keystone)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52D1F9-ABF3-2C99-876A-B0FD11CFE8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A6F037E-525C-D2A4-2346-24156DB36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2561" y="1638616"/>
            <a:ext cx="8141118" cy="5086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7067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6480A4-345F-A2AD-41B0-5EBDC3494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C626A2A-B7FC-38CE-D39D-D53DDF763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Orchestration Engine (Heat)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3985AE-821E-D883-9F60-65F8525DD0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AADC03-669A-86B6-B5D4-FD53F9C19C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27" t="21927" r="1503" b="18266"/>
          <a:stretch>
            <a:fillRect/>
          </a:stretch>
        </p:blipFill>
        <p:spPr>
          <a:xfrm>
            <a:off x="1079378" y="1825625"/>
            <a:ext cx="10350622" cy="4101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0753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E38BA2-BAE3-DC08-B72A-DFDE493AA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983B434-5249-DEE3-A449-741F57645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Orchestration Engine (Heat)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3ED59DB-D6A6-39BE-AE74-27E5934408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810789-BBF8-0820-7320-1BAA644E4F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89" t="18268" r="3168" b="9866"/>
          <a:stretch>
            <a:fillRect/>
          </a:stretch>
        </p:blipFill>
        <p:spPr>
          <a:xfrm>
            <a:off x="838200" y="1638616"/>
            <a:ext cx="10094976" cy="4928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93721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9D11F0-5A02-C0DA-78FF-F218065C0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3CF3AA1-F1DD-C707-6E33-82CACD7E0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Orchestration Engine (Heat)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D64B1-0DE8-DF21-E7E8-335322D89A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40EE08C-4DBE-1F88-AE2F-182AA9430F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130" t="17199" r="19907" b="11201"/>
          <a:stretch>
            <a:fillRect/>
          </a:stretch>
        </p:blipFill>
        <p:spPr>
          <a:xfrm>
            <a:off x="2731008" y="1582547"/>
            <a:ext cx="6583680" cy="4910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3138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B0F35F-10A8-0E64-5ABA-3B73A16D8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B45092E-EBB4-3F93-4D94-E848D5223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Telemetry (Ceilometer)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7D1E94-28ED-C9FA-DA58-E6945D0145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00706D-EA7F-C2AF-6109-D95A53F288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89" t="21926" r="1502" b="20534"/>
          <a:stretch>
            <a:fillRect/>
          </a:stretch>
        </p:blipFill>
        <p:spPr>
          <a:xfrm>
            <a:off x="1106424" y="2015743"/>
            <a:ext cx="10168128" cy="3946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9533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77C6B4-0936-5202-474F-E49B4CA47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B4173ED-AA40-3F28-59B7-0030DC84F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Telemetry (Ceilometer)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AC9DFE-D593-90D1-1DB5-B8CF4A11A4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806448B-9E4E-E05D-E88B-CE18BDD1E7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553" t="17733" r="9498" b="18667"/>
          <a:stretch>
            <a:fillRect/>
          </a:stretch>
        </p:blipFill>
        <p:spPr>
          <a:xfrm>
            <a:off x="1426464" y="1690688"/>
            <a:ext cx="8887968" cy="4361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5694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E3DA4-0528-66B6-4937-EC2964FA4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7B2E2EE-626E-711A-2EB4-E3011C6FB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Telemetry (Ceilometer)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72007F-54B9-EB66-4877-51F8E71239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C7C630D-C1F8-7FC1-B934-00DDFBD58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2587" y="1423989"/>
            <a:ext cx="7415734" cy="5362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0738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8FA9F9-22C3-D950-7A25-EB84715E2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B8B708A-65CC-091C-96D0-F6CDF12D4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BareMetal for Tenants (Ironic)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55454-F2CC-4231-5F93-F8FE37ED3F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3DE2D3F-E352-49C5-F2F7-A07BCBBA039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13" t="20400" b="21067"/>
          <a:stretch>
            <a:fillRect/>
          </a:stretch>
        </p:blipFill>
        <p:spPr>
          <a:xfrm>
            <a:off x="454152" y="1825625"/>
            <a:ext cx="10747634" cy="401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5597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4CB221-0A5E-1491-62C5-71E46063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9C81C28-EB22-6838-3DBE-FD515B8D2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BareMetal for Tenants (Ironic)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074498-8F53-9AD2-5CB0-9902C25649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7730A8-516B-1AC8-CD59-5A108D2667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13" t="17867" b="9333"/>
          <a:stretch>
            <a:fillRect/>
          </a:stretch>
        </p:blipFill>
        <p:spPr>
          <a:xfrm>
            <a:off x="445008" y="1638616"/>
            <a:ext cx="10747634" cy="499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43024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737C07-40B5-E902-718C-62C424EBA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2008667-32E2-128E-03E0-55D31F11F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BareMetal for Tenants (Ironic)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83F331-6D9F-4B2F-0812-4B5DDC5C7F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2E36A85-28DE-184F-353C-1769DCAEB8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885" t="15333" r="11830" b="9867"/>
          <a:stretch>
            <a:fillRect/>
          </a:stretch>
        </p:blipFill>
        <p:spPr>
          <a:xfrm>
            <a:off x="1700784" y="1498028"/>
            <a:ext cx="8375904" cy="512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6974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F8C3C-F0F7-A437-EC0B-DA55B3E31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2339D7-1B09-4D9A-5D96-E1916098D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Dashboard (Horizon)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0C1FEE-95C3-E539-A351-D15988E352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F8434CB-4E55-47C6-CBFB-B3EF655B19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28" t="21926" r="2113" b="16800"/>
          <a:stretch>
            <a:fillRect/>
          </a:stretch>
        </p:blipFill>
        <p:spPr>
          <a:xfrm>
            <a:off x="750194" y="1825625"/>
            <a:ext cx="10283566" cy="420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2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49B2B2-0B75-8980-8FCE-C1C53FAB0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A6549F9-5804-939A-1F77-994E9F5D9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Dashboard (Horizon)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7C4E9E-F710-70BC-6389-2CE35215EC9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5D3ABC0-9F0E-F871-2E0E-1FF9E2E13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968" t="14000" r="13079" b="8267"/>
          <a:stretch>
            <a:fillRect/>
          </a:stretch>
        </p:blipFill>
        <p:spPr>
          <a:xfrm>
            <a:off x="2036064" y="1389888"/>
            <a:ext cx="8119872" cy="533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5324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D331E6-E6A6-FEB9-759B-6160D42FE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0EFE2DD-45B1-BAA0-3CDD-7EEC7A6F2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Data Processing (Sahara)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3E9844-9B6A-5B77-CD38-B694FAAC739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6539D4-BD34-6656-A1FF-F0F14D2350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88" t="21926" r="4084" b="21066"/>
          <a:stretch>
            <a:fillRect/>
          </a:stretch>
        </p:blipFill>
        <p:spPr>
          <a:xfrm>
            <a:off x="1208532" y="1896871"/>
            <a:ext cx="9774936" cy="3909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87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049210-2274-6033-D710-2124D750A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019D888-657D-3C4A-CC65-B9DFDBF6B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Data Processing (Sahara)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F4511D-6019-9B7A-3954-B9CFC87731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418C805-5061-FADA-2807-D6EE8EC653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4" t="18133" r="2113" b="13200"/>
          <a:stretch>
            <a:fillRect/>
          </a:stretch>
        </p:blipFill>
        <p:spPr>
          <a:xfrm>
            <a:off x="749808" y="1638616"/>
            <a:ext cx="10393680" cy="47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8969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C0DE3E-3D51-6DE4-5C9C-46A60768A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E41EDD4-BDE8-40E6-E71E-5F41F9B1A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Data Processing (Sahara)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E49C06-0778-834F-A535-260A6B9807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B84B733-3E1E-0368-B018-B69EBFDE7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652" y="1415585"/>
            <a:ext cx="6949636" cy="521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1758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205107-EFE9-3337-EC54-BEB7EA0FA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2972887-625C-0017-52B7-64367DC7A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Shared File System (Manira)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DB5AB6-B213-F3BF-40B6-EB216E60B3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8328338-CFE3-61B2-ADF0-415820C1F4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25" t="21926" b="16666"/>
          <a:stretch>
            <a:fillRect/>
          </a:stretch>
        </p:blipFill>
        <p:spPr>
          <a:xfrm>
            <a:off x="645983" y="1825625"/>
            <a:ext cx="10900034" cy="4211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7399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2CABA8-F3F6-91E8-DC1F-B616E9D7B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EC09513-03D1-19A8-552B-777A55FCF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Shared File System (Manira)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2BDC2D-5EAA-612F-0891-115E66A3A4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77D4483-6C58-8210-D098-89178DDF7B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28" t="17867" r="2113" b="23200"/>
          <a:stretch>
            <a:fillRect/>
          </a:stretch>
        </p:blipFill>
        <p:spPr>
          <a:xfrm>
            <a:off x="954217" y="1825625"/>
            <a:ext cx="10283566" cy="4041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1858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6CFE5F-1190-4482-1359-B12C79171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C8FCD73-DBE2-FAC8-7355-6B67BD8F7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rPr>
              <a:t>Shared File System (Manira)</a:t>
            </a:r>
            <a:endParaRPr lang="th-TH" dirty="0">
              <a:solidFill>
                <a:schemeClr val="bg1"/>
              </a:solidFill>
              <a:latin typeface="Red Hat Display" panose="02010303040201060303" pitchFamily="2" charset="0"/>
              <a:ea typeface="Red Hat Display" panose="02010303040201060303" pitchFamily="2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646357-7C43-FDA7-2DB1-EE8318BB77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2606921-5451-7760-2EEF-FE1610801B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797" t="17334" r="18658" b="11333"/>
          <a:stretch>
            <a:fillRect/>
          </a:stretch>
        </p:blipFill>
        <p:spPr>
          <a:xfrm>
            <a:off x="2441448" y="1690688"/>
            <a:ext cx="6867144" cy="4892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3308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E41146-4996-2008-19EE-94D290FEC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75CC02-E755-E4DF-C38F-B02752EEF4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730" t="76098" r="62122" b="5333"/>
          <a:stretch>
            <a:fillRect/>
          </a:stretch>
        </p:blipFill>
        <p:spPr>
          <a:xfrm>
            <a:off x="8829040" y="230188"/>
            <a:ext cx="3200400" cy="12734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199673C-8B14-3F0A-94F7-CF92AC86EC3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467" b="68266"/>
          <a:stretch>
            <a:fillRect/>
          </a:stretch>
        </p:blipFill>
        <p:spPr>
          <a:xfrm>
            <a:off x="606165" y="3127248"/>
            <a:ext cx="10979669" cy="97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196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1590</TotalTime>
  <Words>198</Words>
  <Application>Microsoft Office PowerPoint</Application>
  <PresentationFormat>Widescreen</PresentationFormat>
  <Paragraphs>41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Aptos</vt:lpstr>
      <vt:lpstr>Aptos Display</vt:lpstr>
      <vt:lpstr>Arial</vt:lpstr>
      <vt:lpstr>Red Hat Display</vt:lpstr>
      <vt:lpstr>Red Hat Display Light</vt:lpstr>
      <vt:lpstr>Office Theme</vt:lpstr>
      <vt:lpstr>PowerPoint Presentation</vt:lpstr>
      <vt:lpstr>OpenStack Architecture</vt:lpstr>
      <vt:lpstr>OpenStack connect two worlds</vt:lpstr>
      <vt:lpstr>Tenants view vs Operators view</vt:lpstr>
      <vt:lpstr>Cloud Interfaces</vt:lpstr>
      <vt:lpstr>OpenStack Service</vt:lpstr>
      <vt:lpstr>Compute (Nova)</vt:lpstr>
      <vt:lpstr>Compute (Nova)</vt:lpstr>
      <vt:lpstr>Compute (Nova)</vt:lpstr>
      <vt:lpstr>Networking (Neutron)</vt:lpstr>
      <vt:lpstr>Networking (Neutron)</vt:lpstr>
      <vt:lpstr>Networking (Neutron)</vt:lpstr>
      <vt:lpstr>Block Storage (Cinder)</vt:lpstr>
      <vt:lpstr>Block Storage (Cinder)</vt:lpstr>
      <vt:lpstr>Block Storage (Cinder)</vt:lpstr>
      <vt:lpstr>Object Storage (Swift)</vt:lpstr>
      <vt:lpstr>Object Storage (Swift)</vt:lpstr>
      <vt:lpstr>Object Storage (Swift)</vt:lpstr>
      <vt:lpstr>VM Image Storage (Glance)</vt:lpstr>
      <vt:lpstr>VM Image Storage (Glance)</vt:lpstr>
      <vt:lpstr>VM Image Storage (Glance)</vt:lpstr>
      <vt:lpstr>Identity and Access control (Keystone)</vt:lpstr>
      <vt:lpstr>Identity and Access control (Keystone)</vt:lpstr>
      <vt:lpstr>Identity and Access control (Keystone)</vt:lpstr>
      <vt:lpstr>Orchestration Engine (Heat)</vt:lpstr>
      <vt:lpstr>Orchestration Engine (Heat)</vt:lpstr>
      <vt:lpstr>Orchestration Engine (Heat)</vt:lpstr>
      <vt:lpstr>Telemetry (Ceilometer)</vt:lpstr>
      <vt:lpstr>Telemetry (Ceilometer)</vt:lpstr>
      <vt:lpstr>Telemetry (Ceilometer)</vt:lpstr>
      <vt:lpstr>BareMetal for Tenants (Ironic)</vt:lpstr>
      <vt:lpstr>BareMetal for Tenants (Ironic)</vt:lpstr>
      <vt:lpstr>BareMetal for Tenants (Ironic)</vt:lpstr>
      <vt:lpstr>Dashboard (Horizon)</vt:lpstr>
      <vt:lpstr>Dashboard (Horizon)</vt:lpstr>
      <vt:lpstr>Data Processing (Sahara)</vt:lpstr>
      <vt:lpstr>Data Processing (Sahara)</vt:lpstr>
      <vt:lpstr>Data Processing (Sahara)</vt:lpstr>
      <vt:lpstr>Shared File System (Manira)</vt:lpstr>
      <vt:lpstr>Shared File System (Manira)</vt:lpstr>
      <vt:lpstr>Shared File System (Manira)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Nawinee  Detthitichai</dc:creator>
  <cp:lastModifiedBy>Nawinee  Detthitichai</cp:lastModifiedBy>
  <cp:revision>19</cp:revision>
  <dcterms:created xsi:type="dcterms:W3CDTF">2026-09-21T04:36:08Z</dcterms:created>
  <dcterms:modified xsi:type="dcterms:W3CDTF">2026-09-23T03:34:17Z</dcterms:modified>
</cp:coreProperties>
</file>