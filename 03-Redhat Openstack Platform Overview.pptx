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9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B9CA6-4825-B62A-9645-D846DE558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CFF83-5179-ADA4-F0EE-074A5A81F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D9398-F845-3D19-4980-8A66F3C7D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BA2EE-602E-06BB-3F3E-0605EE331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ECDCE-2FB8-516F-9F05-AB0B716A8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774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4FFF5-F3F3-BC02-941F-F475F31FA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540E7-23D4-27FE-59B8-5C2237916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2FEC8-05A6-9777-A518-71C8627B7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9B47F-40C5-60C6-49C8-CFEAFD30B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6BC69-E9A0-C30A-BF20-2C36A653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50662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E5566-1178-599D-D860-56F8413F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CCA1A-D9DE-881B-79CC-6C06DD18A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ECFDA-55B9-E99B-03DA-D3AAA484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9D749-4BF7-CC86-77E4-D66CC48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3FB6B-171F-25C0-7C93-68703940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2497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ED363-5FC6-9542-AB3C-D25EB32F0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7DE95-FF3D-E74A-154D-95ECB82A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FC5F-E924-869A-48FC-7617FB01F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4702F-1988-E5DC-DFFC-659DDB1CA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AE732-6395-6D63-F962-B55C4B3F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9B13-8395-99EA-485A-E87EA9F6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8871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3C6A1-B218-1360-A510-479B7D0EB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67CE1-8B31-9D60-63D8-086F79E91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A82BA-655D-6DC4-AC25-1FDCE5A98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B448B5-F1E2-7F50-DCE2-3AADE5B644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43FF6-0A94-85E0-1983-F7F0AACAE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BEBC2-6E07-E91E-8D7F-D227AB5C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444ED0-BC55-5171-90B6-CDD2BBBD7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795DE-E3C4-AAD8-62CC-ACBA6B1D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9887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66E5-B96B-A623-0CDB-78E53999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B842B6-9BEE-F115-5103-29296D5F8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8CE40-F20A-441B-8E37-1A84FE8F8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1F793-AA06-0643-30ED-F118C5F7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8327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F9A29B-F3BD-B89E-A0C0-E064B46D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3C07C-4AA2-397D-286E-6F0AF4DC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CC7F2-CBCA-2509-3984-8A6D1923D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09543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07062-45D9-6F34-691A-644D66729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C5738-C5C4-E3CD-EBA6-92A4C67BB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A2A46-2614-D3AF-2CCC-25E669BAD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7EE68-F9E0-AD11-8ED8-0D7A4DA01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9AD858-82F0-7F09-CED6-7F0362FE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666F2-00AB-D9A5-6686-3616A0A0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627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CBE0-B605-048F-993C-2152F3C1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A74D3-28E9-E384-AABB-E8EA21A25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16F07-0DB2-EE07-0F92-D54E972A2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BF7E1-8302-ABE1-DDEF-569D48B8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6EED1-5E12-95FE-2FB0-D5A4ED09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BB483-B07A-DB92-2E6C-85018C8D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0570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7532-6673-E80D-F81F-BC75467C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E387D-8B6C-6200-E81C-F28ACD47C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E94A5-7DCF-C224-3183-8E985287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A75E6-C9DB-C5BC-6485-3EA7BFB22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ADFB-EB3E-33F6-EBAF-3C946110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87217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80F3BF-F9A4-9FC1-8368-44BA47109B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68547-8D17-DED6-8D9B-140ED9CFD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D63F7-3675-796C-D61E-A17AAC485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0EF5D-2EA7-998C-3C2F-E89E238C5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819AF-1A4D-BC69-16B9-C390C122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1479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EB0F6-DB73-EC8D-06C7-FBD2FA212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1B4F3-50CB-47C7-A54B-50C4FE89D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2CB9-9025-A9A8-E2D9-67CC9CB55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9DBACA-1B0C-4B66-B9C3-02E01DC1A043}" type="datetimeFigureOut">
              <a:rPr lang="th-TH" smtClean="0"/>
              <a:t>25/09/69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F7CA8-2BBC-0932-71EC-F39BB46CF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BF61F-E25E-8AF1-6397-92FEBB9F7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90A69-5D8B-46A7-AF22-3B332D5131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9977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9DF085E-AFA7-AD3E-4BBF-E02211101F79}"/>
              </a:ext>
            </a:extLst>
          </p:cNvPr>
          <p:cNvSpPr/>
          <p:nvPr/>
        </p:nvSpPr>
        <p:spPr>
          <a:xfrm>
            <a:off x="4206240" y="4419600"/>
            <a:ext cx="6187440" cy="20726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74816-CC81-E6EA-BC12-DC49D37167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5" t="33333" b="5333"/>
          <a:stretch>
            <a:fillRect/>
          </a:stretch>
        </p:blipFill>
        <p:spPr>
          <a:xfrm>
            <a:off x="713232" y="2286000"/>
            <a:ext cx="10872602" cy="42062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F1F5DE-6975-B75F-4A38-537989CD0CF3}"/>
              </a:ext>
            </a:extLst>
          </p:cNvPr>
          <p:cNvSpPr/>
          <p:nvPr/>
        </p:nvSpPr>
        <p:spPr>
          <a:xfrm>
            <a:off x="4608576" y="5084064"/>
            <a:ext cx="6108192" cy="1408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5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A098C-B580-D299-A053-8F909A859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Compute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2539B5-6DBA-7E19-9A13-89AD09132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03" t="75067" r="65796" b="5332"/>
          <a:stretch>
            <a:fillRect/>
          </a:stretch>
        </p:blipFill>
        <p:spPr>
          <a:xfrm>
            <a:off x="1572768" y="5148072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78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E67D-94D5-28FB-FFBB-D6DB4344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Overview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06E1EF-805E-8D1D-5861-731BBB0E9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140" y="1633150"/>
            <a:ext cx="9443720" cy="48597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1D0CBB-8CB0-6EE2-26F2-0B62544231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1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879A6-B143-1F2A-980C-190548B3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Overview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7F0773-906D-0D6D-C502-06CE71752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8618"/>
            <a:ext cx="10515600" cy="38253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E780AF-C416-FC81-2893-C6B3E27A9D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368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DA1A-1682-ECCA-9D9B-23D5849C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8C8F6E-B81B-4B4B-D1B0-0AC88EFABB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9454"/>
            <a:ext cx="10515600" cy="3563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9B8748-5399-9EA5-9C3F-CCCDB684B7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44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6CD7F-1345-8C6A-39DB-A9557EAC1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C254D4-AA1E-9EA9-59B9-B69086A2F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321" y="1825625"/>
            <a:ext cx="10393358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7B6BA9-ED44-6640-0389-CD7ABC3AC5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73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637C-58F8-0C77-BFEB-DFA23A310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B4408-0D3B-9E1F-6C5E-49CDE6702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98D96-BCD1-5DCC-EF2F-699DBA95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0" y="1600243"/>
            <a:ext cx="9326880" cy="480210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C1F9119-1277-9666-2974-5191F6AE294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74D1F1-8FDD-9B74-3A04-A33A1684EF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6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DEB9-88B0-AE42-90E2-B4C1F7971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C06C70-CD10-E7DB-CF24-F2DD293F8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94668"/>
            <a:ext cx="10515600" cy="401325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C53F98C-ED4C-83B2-9AB6-5D507124994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0BEF6-3CE0-5155-3125-034A9D01F5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3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E0EC-398D-9A85-57A2-EDF74F73C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EF606D-712C-DF53-4E7D-66C3180F5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8877"/>
            <a:ext cx="10515600" cy="414483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3191FAD-83EB-017E-7242-C9200781EDF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13A17-4ACE-ECE3-033B-EAFAA4C35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6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3E08-1B5B-7816-01D2-4F145A61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4256DD-E2E0-19B0-C715-0F4499CC81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6135"/>
            <a:ext cx="10515600" cy="415031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37E6BEF-2AD3-6A7D-0507-6A38AE73CE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6354D-4943-A5F9-A07E-2E316DA20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40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D1514-5CA4-4B2D-2E0E-B0A8F507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2D1BE1-8542-829C-6A63-B6CAEC368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0961"/>
            <a:ext cx="10515600" cy="404066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81AB6CC-EF8C-535E-BB83-EF413122468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2DB30E-2803-5DFA-31AD-365C21A5FC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18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193E-C18A-3E95-5BD6-373DF40C9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62FB7D-1B0B-A2D5-AEC9-16300C3A00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9536" y="1825625"/>
            <a:ext cx="9992928" cy="435133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143A47-D077-FA77-38FC-8504E45797D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24B2D1-B675-06F6-DD4D-68C090AF59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97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CD34-7EBC-6F21-2193-63D05F92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028F8E-12A1-1145-29E0-A4172F93E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7255"/>
            <a:ext cx="10515600" cy="406807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C157827-E76E-2E20-F9E9-91A85018F28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910CDD-D5EB-616A-F127-C9D6203C26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2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9DA8-B038-D662-9C6E-DB110ED4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D71EFD-0715-C728-6B9D-B2F9AD104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3548"/>
            <a:ext cx="10515600" cy="409549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2E9B53B-3249-8125-3691-1BEF1102D73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B8259F-7C74-095D-03B8-3F8BCFFD01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36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F1E2D-859A-FF07-795B-031921C6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E3F5D-9BCF-7875-A27E-C5A5EF8E3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50007-6990-3542-7CE8-705FA6199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1519947"/>
            <a:ext cx="9702800" cy="496269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160A3BB-EBCD-78E4-4641-C51E0C96579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0217D-A35B-28F1-CBFB-5BB19820A8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81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8E0F-AAB1-7BD4-39AB-6913B40E6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E0D12-88DE-5595-A9E6-48FEC080B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0D4B70-311F-9906-FE17-115A3432D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480" y="1690688"/>
            <a:ext cx="9337040" cy="480969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543F7ED-3CFF-276B-D8CE-146E34D826F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C406D2-FDC7-D80E-8AF2-D7F8A8629D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50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D3B6-4422-24CF-F8D0-734FEBA80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00D9D32-4141-294E-4DA8-86CB6CB59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5090"/>
            <a:ext cx="10515600" cy="349240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7181073-B126-3E4E-52D6-A6D9404A277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18370B-4621-B588-3E33-1408D46895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22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865E1-9096-55A7-3E75-A542B290B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h-T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B02F6B-3817-DFD4-21AB-24C1C07C7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87" y="1339504"/>
            <a:ext cx="10528425" cy="541791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B844A6E-B595-4E55-A3E9-31798104D310}"/>
              </a:ext>
            </a:extLst>
          </p:cNvPr>
          <p:cNvSpPr txBox="1">
            <a:spLocks/>
          </p:cNvSpPr>
          <p:nvPr/>
        </p:nvSpPr>
        <p:spPr>
          <a:xfrm>
            <a:off x="838200" y="176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Instances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EA1F39-EFB7-5F0F-8A59-7D7D85FC0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7200" r="65796" b="6868"/>
          <a:stretch>
            <a:fillRect/>
          </a:stretch>
        </p:blipFill>
        <p:spPr>
          <a:xfrm>
            <a:off x="9217152" y="100584"/>
            <a:ext cx="2788920" cy="109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7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14E34-8995-A778-6FA2-76E9AD3B6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Associate Floating IP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0E4AF8-088E-E968-F2CE-A6D6B21FC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29105"/>
            <a:ext cx="10515600" cy="33443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BD0090-68E6-CF59-899B-20C3FAD87B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55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5BFD4-4F51-CA86-15EB-4BA0BAE6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Allocate IP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3575C0-1EB2-BF18-61A9-9ED38DA54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33160"/>
            <a:ext cx="10515600" cy="35362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2E55A2-86EA-6022-3C94-F280CB3980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3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FB048-FDD3-27E1-B7F0-62B02C153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Allocate IP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92393C-7CD1-42F9-E0CD-475EACAA7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6558"/>
            <a:ext cx="10515600" cy="36294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635AE0-8CC9-04A0-67BD-0A3D0AA083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977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3589-116B-5827-90DC-2D8862269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Attach Interface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D72FC0-2F55-2D5B-4C1C-2365C3A352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2349"/>
            <a:ext cx="10515600" cy="34978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27CB18-A8F5-7BF5-74EF-4CA88AD2D9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99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A34C-4559-8A5A-65D8-3E22F431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Attach Interface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D7C9D0-7C8B-0666-6802-65BC21332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3971"/>
            <a:ext cx="10515600" cy="35746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60ED35-B383-9D20-9667-421EF47842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836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13B19-79B8-7623-D96C-66B1C4A2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Detach Interface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E0B435-1AAF-89E5-7DC1-6992E9BE93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6056"/>
            <a:ext cx="10515600" cy="34704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3330BC-8B7E-1BB0-8CBE-969F55AB0C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51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3CA5-2587-AFE1-B845-6DFD88A6E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01B13-8083-A2D5-708E-E88EAF4F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Detach Interface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FE56FA-8725-091E-6366-24F9E839C6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6558"/>
            <a:ext cx="10515600" cy="36294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D906C5-7225-6927-F68E-33BE9633B0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2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4D69-843F-C309-31EF-0FFA8475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Edit Instance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5E115-AE68-4947-378E-89B4B586E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33160"/>
            <a:ext cx="10515600" cy="35362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8FB4D4-E245-8E24-3C00-8D82CB468E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84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FBEA-DD53-7F2F-DB2B-D4961B0D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Edit Instance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59F35-0B08-6F4D-E610-47D1624C5F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7678"/>
            <a:ext cx="10515600" cy="3547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DDB98E-6259-32A4-408E-4F3EB00720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F6E55D-EA08-E669-F9D8-271307398D38}"/>
              </a:ext>
            </a:extLst>
          </p:cNvPr>
          <p:cNvSpPr txBox="1"/>
          <p:nvPr/>
        </p:nvSpPr>
        <p:spPr>
          <a:xfrm>
            <a:off x="3047238" y="2783676"/>
            <a:ext cx="60944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Edit Instance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1687538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9E53-7BFC-3A2B-9109-5BD93715D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Attach Volume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A25EC5-F214-82C3-FD0D-F73348234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7832"/>
            <a:ext cx="10515600" cy="3486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6B894F-38B9-CB46-657D-A0D028A10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374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3E97-B18F-CAFA-5ECC-CA8DA7B52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Detach Volume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2F1363-25D4-7A7C-14A5-4A724F5D5A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7678"/>
            <a:ext cx="10515600" cy="3547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0A4CA3-C081-8D9E-E7E1-1C1D965D6D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68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A2608-EEAB-4632-C2C1-CFF62AF03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Update Instance Metadata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4B8FEE9-734F-D5C2-E028-F8DE3D6AD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2496" y="1825625"/>
            <a:ext cx="8907007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010CD2-B40E-4BC8-DAD7-03C48535E3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5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69B23-F387-F647-FF09-E9405147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Edit Security Groups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1587D3-B11C-907F-19BD-0E2F7BFEE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2349"/>
            <a:ext cx="10515600" cy="34978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70500C-D190-4B08-B9A7-A57C4E5C83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565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C48F-C668-D86B-BA5B-07EF788C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Edit Port Security Groups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85A94F-8C5B-85F0-4804-C2FEEB94BF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82389"/>
            <a:ext cx="10515600" cy="3837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56A86A-6C53-9D50-61A1-FFC85202E2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78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BAD6-E605-AF9D-FB4F-9CDACF9E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Console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93BC73-7981-CFAF-99B0-9597CCF51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5941"/>
            <a:ext cx="10515600" cy="3870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63BE05-1D8C-B272-E20B-0E8208D7E2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58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4D0AC-9767-8E80-77B2-E607A5F8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View Log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28A82E-E2AF-D812-48A8-2724419725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7905" y="1825625"/>
            <a:ext cx="8516190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EBB8DC-DECA-43B7-3CCB-9D6B34D5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08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109B-CC2C-052C-B637-A89DB7C8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Rescue Instance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767E06-8D8D-DFD1-AD5E-979EE8733B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4936"/>
            <a:ext cx="10515600" cy="3552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850061-8DB6-5A1A-28E9-FD2CDEC9AF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559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DE984-83BF-66DD-D076-C874E289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Pause Instance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2A9463-3BAB-323B-05D9-CC2A3DD62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7678"/>
            <a:ext cx="10515600" cy="3547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67D50C-01A0-7EAD-1AE3-B84B0DE6F1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74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31F2-EAD9-C64C-483D-C39A9B99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Suspend Instance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B1ACCB-41A8-71F4-1DAD-B259D47EC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2349"/>
            <a:ext cx="10515600" cy="34978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CC86B4-C103-F540-6825-DE411A6154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880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3EF71-5045-D572-660C-7C189BD8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Shelve Instance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27D0AD-7D8E-BC44-2073-5EF9202BD8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3971"/>
            <a:ext cx="10515600" cy="35746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AF28BC-068D-E73F-7DF5-19D87741CD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711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7FCB7-F722-F085-FC6B-1AC4378D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Resize Instance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C781D0-056D-80DA-5C6B-D454A331C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5901" y="1825625"/>
            <a:ext cx="9900197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85D1E9-6B2C-001D-5167-26C0829117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34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998C6-F55C-F84D-B33D-5FA97DE8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Lock Instance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F93DF3-5895-A75C-1A8F-C9F1A6028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9454"/>
            <a:ext cx="10515600" cy="3563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A3BE25-7DCC-E70D-00AF-0F40060F95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981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A2CC1-D1B7-4A3F-F5D1-581E3451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Image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21A379-1633-E0FB-9B74-73896CAD2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6712"/>
            <a:ext cx="10515600" cy="35691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3B15C8-EB2E-8AA8-EF56-653A5695DB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7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E95C7-E25B-2633-8735-CB6ADCBF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Create Image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5DBBB6-F90D-BC7A-8826-C40E7663C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8104" y="1825625"/>
            <a:ext cx="8455791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6D9D7D-DA34-71F1-CD11-BBB001B8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428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D8926-8D0B-7765-A649-A260BEA7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Key pairs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522014-47CE-CFA4-DCC4-A8D773892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3274"/>
            <a:ext cx="10515600" cy="31360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152F75-49E3-C804-EF8B-5A6E19A691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81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0F77-8B2C-1159-F0C5-51F981531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Create Key Pair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5648BA-AA2D-2A96-E9CE-7D7FC3627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42926"/>
            <a:ext cx="10515600" cy="29167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F1F54D-2ABA-101C-427C-1832ADC334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138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F48A-9F34-1982-A033-2E74C52FC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Server Groups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C2DB151-EE02-3543-821C-666890811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07289"/>
            <a:ext cx="10515600" cy="29880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475D25-1483-3279-27A9-C03F357B15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271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524F-3106-0BC6-C330-08C11EAB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Create Server Group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0EFE65-D5C4-90B7-5B7B-E852015A96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96439"/>
            <a:ext cx="10515600" cy="26097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AC45F3-824C-2917-8B9D-480AEACD98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678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DAA1D-13CE-CDD3-3002-50368E67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Volumes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45882A-666C-D6DA-61C1-B951AF324D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5377" y="1825625"/>
            <a:ext cx="9761246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17B06F-1CC2-A688-313C-D5D88DE3B6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5436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364F-92D3-5413-76F7-06BCE9684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Snapshots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D11DD1-5E6C-900F-0E06-23A1F1D5D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30648"/>
            <a:ext cx="10515600" cy="27412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6C8666-8EB1-B024-8A62-AB6ED2586A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6946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9C20-E490-441E-EC65-31C649FDF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Groups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37B85E-C986-2B15-749B-422D9F959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3046"/>
            <a:ext cx="10515600" cy="39364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D29587-6023-DB4D-EA29-B91B814293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606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B314-1B15-EC9E-737C-A06AC55C7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Group Snapshots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242A3B-46B9-F223-42F3-9F06896FA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26479"/>
            <a:ext cx="10515600" cy="2949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6177AC-9E58-3AE3-4EBA-5957BEE644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163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A855-7F6F-87E6-30A9-B59A6F2A1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2848"/>
            <a:ext cx="10515600" cy="113347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Network</a:t>
            </a:r>
            <a:endParaRPr lang="th-TH" dirty="0">
              <a:solidFill>
                <a:schemeClr val="bg1"/>
              </a:solidFill>
              <a:latin typeface="Red Hat Display" panose="02010303040201060303" pitchFamily="2" charset="0"/>
              <a:ea typeface="Red Hat Display" panose="02010303040201060303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8C692B-98A8-73FD-C0B1-950BCE30E0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03" t="75067" r="65796" b="5332"/>
          <a:stretch>
            <a:fillRect/>
          </a:stretch>
        </p:blipFill>
        <p:spPr>
          <a:xfrm>
            <a:off x="1572768" y="5148072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586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7568-5096-C734-4B1A-7E56D130B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Network Topology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83949D-3EAF-5F85-2792-9BD49FD15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007" y="1825625"/>
            <a:ext cx="8729986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590000-4A1F-AE41-2FEA-2FA3D142BA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563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E02B-2C0F-E6B0-FEB3-32C31E81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Network Topology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87DBA4-8D15-66D6-2E5E-5A4731CBE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231" y="1825625"/>
            <a:ext cx="8675537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931E7B-5CEC-33B5-3BA5-61680BD370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04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D346-427F-075E-70A3-252A7A70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Networks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CAB1DC-DB3A-2A5F-5994-CAC6F8ABF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74394"/>
            <a:ext cx="10515600" cy="3053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85780D-A1F2-5164-BB91-78331FBEB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874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1AE1E-CA39-6B6D-2C40-CFB347027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Create Network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BB4893-C7D7-7F39-70BE-3BD8A911F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9493"/>
            <a:ext cx="10515600" cy="39036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ECB566-C199-FAF6-D221-851EEBAB9D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418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5BD2-32D1-52DD-999F-BDBACF95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Create Network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620559-A8BF-CFA6-5069-47D5E924F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3817"/>
            <a:ext cx="10515600" cy="36349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38EAC8-7935-7D4B-69E6-90A7D44E49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977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DB4F-1CC5-0DC6-A0C1-4083E9A31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Create Network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860C33-D802-5B08-EE93-F0C469C3B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6638"/>
            <a:ext cx="10515600" cy="43093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C24DC1-3B74-2CFB-04D0-98E1587297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810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C8729-CADC-CD51-B42C-8B3AAB52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Create Network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D39DE0-EB44-DF2C-9A0A-908F926045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51035"/>
            <a:ext cx="10515600" cy="33005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F6D475-0B88-0D38-7A36-23C0C9703C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855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87E7-C523-F1EB-0D60-4F7EA192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Routers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86561B-55FF-1489-C114-C3BA20A8B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16941"/>
            <a:ext cx="10515600" cy="276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3546CE-515E-B792-1718-4C417FE36A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6559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C99F-E9D9-E21F-A112-92FDA83F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Routers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2006C3-325A-4ED6-6A5B-A451B767A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5090"/>
            <a:ext cx="10515600" cy="34924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9EEA61-C38F-F526-7884-F4EBC7C3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4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96E4-63AB-013F-CC74-1D6FC76D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Routers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7F09A1-3C49-4824-1DF4-5693287EE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0071"/>
            <a:ext cx="10515600" cy="33224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31E31C-F8DB-69D9-784E-EFBA8EBFE1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930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74A2-843B-B6B9-A868-6FE6CC24B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Routers</a:t>
            </a:r>
            <a:endParaRPr lang="th-T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B30DA5-0DE5-627C-C653-C102C79CD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77249"/>
            <a:ext cx="10515600" cy="26480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2A9CB6-36C5-B81F-0F26-186E4FF97A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865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9ACB-F723-EEFC-73E5-CDA2A233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Security Groups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AE967A-EFBC-CD66-27B5-2E85B8257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67598"/>
            <a:ext cx="10515600" cy="28673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0DCE00-FA88-0BFC-C453-F2F6139FF2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3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F092-11AD-3F95-31D3-08FEF12B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Manage Rules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0AEB7B-0C24-A935-5AF9-A7558C3EB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3255" y="1825625"/>
            <a:ext cx="10165489" cy="4351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C55D91-FDA1-2C5B-E758-0B0DBA703B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886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2045-A044-CDC2-14AD-E4A7AEE0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Floating IPs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68D8DB-3247-58EE-7332-02F86CFF6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7678"/>
            <a:ext cx="10515600" cy="35472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74CD84-9659-300A-B45D-5831F1A10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575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2903-3875-68B7-AE53-C7D609CA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Trunks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FCE589-4C17-6223-CAC3-C4F2498F93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8757"/>
            <a:ext cx="10515600" cy="31250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9EE174-8A8D-6B31-46D7-CAB59CBAE6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124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9920-F87E-B391-D621-715AA0CA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Red Hat Display Light" panose="02010303040201060303" pitchFamily="2" charset="0"/>
                <a:ea typeface="Red Hat Display Light" panose="02010303040201060303" pitchFamily="2" charset="0"/>
                <a:cs typeface="Red Hat Display Light" panose="02010303040201060303" pitchFamily="2" charset="0"/>
              </a:rPr>
              <a:t>Object Store</a:t>
            </a:r>
            <a:endParaRPr lang="th-TH" dirty="0">
              <a:solidFill>
                <a:schemeClr val="bg1"/>
              </a:solidFill>
              <a:latin typeface="Red Hat Display Light" panose="02010303040201060303" pitchFamily="2" charset="0"/>
              <a:ea typeface="Red Hat Display Light" panose="02010303040201060303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EA7AFC-5435-72B5-74EE-DCABAB82A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42812"/>
            <a:ext cx="10515600" cy="33169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43703B-A0F4-5117-9EEB-102E968515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03" t="75067" r="65796" b="5332"/>
          <a:stretch>
            <a:fillRect/>
          </a:stretch>
        </p:blipFill>
        <p:spPr>
          <a:xfrm>
            <a:off x="9217152" y="100584"/>
            <a:ext cx="2788920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83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112</Words>
  <Application>Microsoft Office PowerPoint</Application>
  <PresentationFormat>Widescreen</PresentationFormat>
  <Paragraphs>67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3" baseType="lpstr">
      <vt:lpstr>Aptos</vt:lpstr>
      <vt:lpstr>Aptos Display</vt:lpstr>
      <vt:lpstr>Arial</vt:lpstr>
      <vt:lpstr>Red Hat Display</vt:lpstr>
      <vt:lpstr>Red Hat Display Light</vt:lpstr>
      <vt:lpstr>Office Theme</vt:lpstr>
      <vt:lpstr>PowerPoint Presentation</vt:lpstr>
      <vt:lpstr>Compute</vt:lpstr>
      <vt:lpstr>Overview</vt:lpstr>
      <vt:lpstr>Overview</vt:lpstr>
      <vt:lpstr>Instances</vt:lpstr>
      <vt:lpstr>Instances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Associate Floating IP</vt:lpstr>
      <vt:lpstr>Allocate IP</vt:lpstr>
      <vt:lpstr>Allocate IP</vt:lpstr>
      <vt:lpstr>Attach Interface</vt:lpstr>
      <vt:lpstr>Attach Interface</vt:lpstr>
      <vt:lpstr>Detach Interface</vt:lpstr>
      <vt:lpstr>Detach Interface</vt:lpstr>
      <vt:lpstr>Edit Instance</vt:lpstr>
      <vt:lpstr>Edit Instance</vt:lpstr>
      <vt:lpstr>Attach Volume</vt:lpstr>
      <vt:lpstr>Detach Volume</vt:lpstr>
      <vt:lpstr>Update Instance Metadata</vt:lpstr>
      <vt:lpstr>Edit Security Groups</vt:lpstr>
      <vt:lpstr>Edit Port Security Groups</vt:lpstr>
      <vt:lpstr>Console</vt:lpstr>
      <vt:lpstr>View Log</vt:lpstr>
      <vt:lpstr>Rescue Instance</vt:lpstr>
      <vt:lpstr>Pause Instance</vt:lpstr>
      <vt:lpstr>Suspend Instance</vt:lpstr>
      <vt:lpstr>Shelve Instance</vt:lpstr>
      <vt:lpstr>Resize Instance</vt:lpstr>
      <vt:lpstr>Lock Instance</vt:lpstr>
      <vt:lpstr>Image</vt:lpstr>
      <vt:lpstr>Create Image</vt:lpstr>
      <vt:lpstr>Key pairs</vt:lpstr>
      <vt:lpstr>Create Key Pair</vt:lpstr>
      <vt:lpstr>Server Groups</vt:lpstr>
      <vt:lpstr>Create Server Group</vt:lpstr>
      <vt:lpstr>Volumes</vt:lpstr>
      <vt:lpstr>Snapshots</vt:lpstr>
      <vt:lpstr>Groups</vt:lpstr>
      <vt:lpstr>Group Snapshots</vt:lpstr>
      <vt:lpstr>Network</vt:lpstr>
      <vt:lpstr>Network Topology</vt:lpstr>
      <vt:lpstr>Network Topology</vt:lpstr>
      <vt:lpstr>Networks</vt:lpstr>
      <vt:lpstr>Create Network</vt:lpstr>
      <vt:lpstr>Create Network</vt:lpstr>
      <vt:lpstr>Create Network</vt:lpstr>
      <vt:lpstr>Create Network</vt:lpstr>
      <vt:lpstr>Routers</vt:lpstr>
      <vt:lpstr>Routers</vt:lpstr>
      <vt:lpstr>Routers</vt:lpstr>
      <vt:lpstr>Routers</vt:lpstr>
      <vt:lpstr>Security Groups</vt:lpstr>
      <vt:lpstr>Manage Rules</vt:lpstr>
      <vt:lpstr>Floating IPs</vt:lpstr>
      <vt:lpstr>Trunks</vt:lpstr>
      <vt:lpstr>Object Store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Prapat Uanomjitkul</dc:creator>
  <cp:lastModifiedBy>Nawinee  Detthitichai</cp:lastModifiedBy>
  <cp:revision>4</cp:revision>
  <dcterms:created xsi:type="dcterms:W3CDTF">2026-09-23T03:29:56Z</dcterms:created>
  <dcterms:modified xsi:type="dcterms:W3CDTF">2026-09-25T02:53:21Z</dcterms:modified>
</cp:coreProperties>
</file>