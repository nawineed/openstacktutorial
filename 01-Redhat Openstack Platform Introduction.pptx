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61" r:id="rId5"/>
    <p:sldId id="263" r:id="rId6"/>
    <p:sldId id="264" r:id="rId7"/>
    <p:sldId id="265" r:id="rId8"/>
    <p:sldId id="259" r:id="rId9"/>
    <p:sldId id="266" r:id="rId10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0CF2-FCA2-3017-2769-D9DFEBAFD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50852-FC79-3049-F5C9-4298A806E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20648-C733-F863-B3B2-0037C5BC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76099-45EB-9069-B6AF-BDD782F5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E8555-3E83-976B-2600-44E2CEE1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8364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1956-1098-076F-2C4A-AB2CC395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BAFB3-F359-90D1-B039-C97E65502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51548-3559-CD14-52E0-097AE4D7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F95F9-D6D8-934E-BA37-5D2F939E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DF989-7C97-B581-29DD-F2AF9F98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860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421E-1CFA-1530-A111-1E8345BB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0CC0E-7991-9AC0-0CE5-0BAD8744E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BE08C-2168-FFBD-3579-0151465E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06D78-1A8D-212D-578F-64B5149C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035FE-7972-64FF-82B0-54ADADB6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0346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5C0A-2840-F935-DBB9-A3688DCB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A7945-E10D-3E48-3A49-15EBB3C3A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69870-81D6-34DE-DFB8-31F58114A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943D5-4EB9-64C3-EBA5-74901643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5233A-68AB-7476-156E-E04CDB5A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7C11E-2871-E1E6-F15D-97D5B881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4306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204D-F5A9-546B-2EB3-F8BA360AF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E8832-B431-41B7-B093-732B7FC44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E9A22-F849-2560-84A0-14499CC18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1B1A2-0531-9936-E37C-457382044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C8BEE-14D0-919E-8121-831712D51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95FBA-015A-E9C6-B6AF-4FE19EEF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26AB3-2E2C-5CED-F40A-8603D0DB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B0865-F7B7-F94B-1D4E-897CA345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5941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2CA6-93A2-DE49-2DA5-ACCAEA5D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13804-0205-84A4-A66A-FB4822F5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48DDB-C4DE-2CD4-DF32-8744F2C7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ECD56-CA9A-CD4D-F191-2467D071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2620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5A6013-85A9-D604-7094-E1F4FAF5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289CE3-70EC-CAD0-C6C5-8D36C9ED0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F1D37-4053-FA48-54C1-0FBE55E69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627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FE96-41A5-BC76-BF03-3E74B5E6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D33C4-AF09-102D-E1F5-F0A2939E9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36C54-9D05-D140-7C33-89D3298B9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3BE8D-CC10-86E7-A667-3FAB5692F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FA4F8-629B-D4D1-1A1A-F687AB21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250EF-9F62-A199-3095-E1F40AF2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69638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6BB7-0D12-1C7F-65B7-8A672666C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7273E5-BE5C-EBB9-F3FE-9C51A0277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CBC0D-F825-BEB4-CA5F-008A8FB20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A6A26-D283-8AE5-07B2-9A647E34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96740-0947-B689-CB64-C1F3E2F5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E2E90-BB47-D4D2-572A-D8F8A0A7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17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5E148-756A-305C-2D41-1A2DF1F3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54608-02FA-D954-AA44-D918468FD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E70D8-02E4-226E-1388-5228F451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7D413-7A61-9C97-DC0B-2CADDEB3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C10D5-5DA9-E9D6-908F-06C382F3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54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793C1-C507-A92A-20BA-21DB1F31C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482-1FEA-8CFF-7EB7-35C8F9B33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6A68-1F69-75F2-F25C-BAC57386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8D3A0-72B6-E194-1688-116E78567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0A758-AC68-5B72-E75A-785134489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4672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67776-9C60-EBDB-86AE-12C45A42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23B2F-D454-7067-1A3D-DC1AB0078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C3A12-B03A-CEF3-A0C5-61C35FAC4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44E78-A0DD-4D5D-BACA-F1EFFF5DE7B8}" type="datetimeFigureOut">
              <a:rPr lang="th-TH" smtClean="0"/>
              <a:t>21/09/69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7D791-46D4-0211-FEFB-3A13541A9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DCC08-47F3-191B-D529-B63618680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3019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17F9995-9F98-BEDC-2FDC-AACE884F8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33926" r="17983" b="5333"/>
          <a:stretch>
            <a:fillRect/>
          </a:stretch>
        </p:blipFill>
        <p:spPr>
          <a:xfrm>
            <a:off x="1564640" y="2326640"/>
            <a:ext cx="8046720" cy="41656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9DF085E-AFA7-AD3E-4BBF-E02211101F79}"/>
              </a:ext>
            </a:extLst>
          </p:cNvPr>
          <p:cNvSpPr/>
          <p:nvPr/>
        </p:nvSpPr>
        <p:spPr>
          <a:xfrm>
            <a:off x="4206240" y="4419600"/>
            <a:ext cx="6187440" cy="20726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119EA0-95B9-703B-185C-ED0A5452517D}"/>
              </a:ext>
            </a:extLst>
          </p:cNvPr>
          <p:cNvSpPr txBox="1"/>
          <p:nvPr/>
        </p:nvSpPr>
        <p:spPr>
          <a:xfrm>
            <a:off x="5730240" y="3044279"/>
            <a:ext cx="4373313" cy="76944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INTRODUCTION</a:t>
            </a:r>
            <a:endParaRPr lang="th-TH" sz="4400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5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9A5A-6983-D3B1-7B17-8EF0BE422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What is OpenStack ?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97657-7D07-4059-3F21-A183250C7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81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Fully opensource cloud “operating system”</a:t>
            </a:r>
          </a:p>
          <a:p>
            <a:pPr>
              <a:lnSpc>
                <a:spcPct val="100000"/>
              </a:lnSpc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Comprised of several open source sub-projects</a:t>
            </a:r>
          </a:p>
          <a:p>
            <a:pPr>
              <a:lnSpc>
                <a:spcPct val="100000"/>
              </a:lnSpc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Provides all of the building blocks to create an Infrastructure-as-a-Service cloud</a:t>
            </a:r>
          </a:p>
          <a:p>
            <a:pPr>
              <a:lnSpc>
                <a:spcPct val="100000"/>
              </a:lnSpc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Designed and architected to replicate public cloud infrastructure, e.g. Amazon AWS</a:t>
            </a:r>
          </a:p>
          <a:p>
            <a:pPr>
              <a:lnSpc>
                <a:spcPct val="100000"/>
              </a:lnSpc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Governed by the vendor agnostic OpenStack Foundation</a:t>
            </a:r>
          </a:p>
          <a:p>
            <a:pPr>
              <a:lnSpc>
                <a:spcPct val="100000"/>
              </a:lnSpc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Enormous market momentum with signiﬁcant investment from major players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3D774-C0FD-EDA1-4E3F-84183DB873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829040" y="230188"/>
            <a:ext cx="3200400" cy="127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32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DFB4BC-58FE-2B40-710A-7DF3E01A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Why does the world need OpenStack ?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F3B07-0B98-2A87-3EB1-96575EAAB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2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CC000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Cloud is </a:t>
            </a:r>
            <a:r>
              <a:rPr lang="th-TH" dirty="0">
                <a:solidFill>
                  <a:srgbClr val="CC0001"/>
                </a:solidFill>
                <a:latin typeface="Red Hat Display" panose="02010303040201060303" pitchFamily="2" charset="0"/>
                <a:ea typeface="Red Hat Display" panose="02010303040201060303" pitchFamily="2" charset="0"/>
              </a:rPr>
              <a:t>widely seen as the next-generation IT delivery model 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Agile &amp; Flexible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Utility-based on-demand consumption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Self-service driving down administrative overhead and maintenance</a:t>
            </a:r>
          </a:p>
          <a:p>
            <a:pPr marL="457200" lvl="1" indent="0">
              <a:buNone/>
            </a:pP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  <a:p>
            <a:r>
              <a:rPr lang="th-TH" dirty="0">
                <a:solidFill>
                  <a:srgbClr val="CC0001"/>
                </a:solidFill>
                <a:latin typeface="Red Hat Display" panose="02010303040201060303" pitchFamily="2" charset="0"/>
                <a:ea typeface="Red Hat Display" panose="02010303040201060303" pitchFamily="2" charset="0"/>
              </a:rPr>
              <a:t>Public clouds are setting the benchmark of how IT could be delivered to users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- </a:t>
            </a: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Not all organisations are ready for public cloud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4A7317-9C17-A372-7E39-B8AFB113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900160" y="5219384"/>
            <a:ext cx="3200400" cy="127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7DA71-10BC-4F63-A98B-2FCFFCEB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9D0608-9ED2-F222-5383-FD1E8FD2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Why does the world need OpenStack ?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E5E4E-C87F-2D54-1ACA-DF6E00274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215"/>
          </a:xfrm>
        </p:spPr>
        <p:txBody>
          <a:bodyPr/>
          <a:lstStyle/>
          <a:p>
            <a:r>
              <a:rPr lang="th-TH" dirty="0">
                <a:solidFill>
                  <a:srgbClr val="CC0001"/>
                </a:solidFill>
                <a:latin typeface="Red Hat Display" panose="02010303040201060303" pitchFamily="2" charset="0"/>
                <a:ea typeface="Red Hat Display" panose="02010303040201060303" pitchFamily="2" charset="0"/>
              </a:rPr>
              <a:t>Applications are being written differently today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More tolerant of failure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Making use of scale-out architecture Why does the world need OpenStack?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519AA1-4E15-ED51-5BE1-9707662543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609600" y="4792028"/>
            <a:ext cx="3200400" cy="127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85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8309E-DECA-3DB5-67B4-D8BD8E03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146CB7-C3C3-B385-986B-D1978CC2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15098"/>
            <a:ext cx="10515600" cy="2943542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4400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Traditional Workload </a:t>
            </a:r>
            <a:br>
              <a:rPr lang="en-US" sz="4400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</a:br>
            <a:r>
              <a:rPr lang="en-US" sz="4400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vs </a:t>
            </a:r>
            <a:br>
              <a:rPr lang="en-US" sz="4400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</a:br>
            <a:r>
              <a:rPr lang="en-US" sz="4400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Cloud-enabled Workload</a:t>
            </a:r>
            <a:endParaRPr lang="th-TH" sz="4400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F39155-15F3-3A7C-807E-BEEE0A42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609600" y="4792028"/>
            <a:ext cx="3200400" cy="127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42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021B8-ED50-C67F-DF85-E00917A5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64D943-D558-B8C0-C5F8-5E83FD47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Traditional Workload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91A5AA-7F7A-8043-D7E0-18469E6FD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215"/>
          </a:xfrm>
        </p:spPr>
        <p:txBody>
          <a:bodyPr/>
          <a:lstStyle/>
          <a:p>
            <a:r>
              <a:rPr lang="en-US" dirty="0">
                <a:solidFill>
                  <a:srgbClr val="CC0001"/>
                </a:solidFill>
                <a:latin typeface="Red Hat Display" panose="02010303040201060303" pitchFamily="2" charset="0"/>
                <a:ea typeface="Red Hat Display" panose="02010303040201060303" pitchFamily="2" charset="0"/>
              </a:rPr>
              <a:t>Our data is too large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Volumes of data are being generated at unprecedented levels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Most of this data is unstructured</a:t>
            </a:r>
          </a:p>
          <a:p>
            <a:pPr lvl="1">
              <a:buFontTx/>
              <a:buChar char="-"/>
            </a:pPr>
            <a:endParaRPr lang="en-US" dirty="0">
              <a:solidFill>
                <a:srgbClr val="CC000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  <a:p>
            <a:r>
              <a:rPr lang="en-US" dirty="0">
                <a:solidFill>
                  <a:srgbClr val="CC0001"/>
                </a:solidFill>
                <a:latin typeface="Red Hat Display" panose="02010303040201060303" pitchFamily="2" charset="0"/>
                <a:ea typeface="Red Hat Display" panose="02010303040201060303" pitchFamily="2" charset="0"/>
              </a:rPr>
              <a:t>Service requests are too large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More and more devices are coming online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Tablets, phones, laptops, BYOD generation</a:t>
            </a:r>
          </a:p>
          <a:p>
            <a:endParaRPr lang="en-US" dirty="0">
              <a:solidFill>
                <a:srgbClr val="CC000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  <a:p>
            <a:r>
              <a:rPr lang="en-US" dirty="0">
                <a:solidFill>
                  <a:srgbClr val="CC0001"/>
                </a:solidFill>
                <a:latin typeface="Red Hat Display" panose="02010303040201060303" pitchFamily="2" charset="0"/>
                <a:ea typeface="Red Hat Display" panose="02010303040201060303" pitchFamily="2" charset="0"/>
              </a:rPr>
              <a:t>Crucially, applications weren’t written to cope with the demand!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- Traditional infrastructure capabilities are being exhausted • Service uptime, QoS, KPI’s and SLA’s are slipping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351DFC-6678-0907-EA9B-6493E6C6C6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829040" y="230188"/>
            <a:ext cx="3200400" cy="127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94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76A48-C060-1814-3D42-AB97B9D1C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F62DAA-9027-B7FD-EA19-AEDE2E5E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Traditional Workload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02493-CC0B-C1AF-3DD5-3285BBF45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215"/>
          </a:xfrm>
        </p:spPr>
        <p:txBody>
          <a:bodyPr/>
          <a:lstStyle/>
          <a:p>
            <a:r>
              <a:rPr lang="en-US" dirty="0">
                <a:solidFill>
                  <a:srgbClr val="CC0001"/>
                </a:solidFill>
                <a:latin typeface="Red Hat Display" panose="02010303040201060303" pitchFamily="2" charset="0"/>
                <a:ea typeface="Red Hat Display" panose="02010303040201060303" pitchFamily="2" charset="0"/>
              </a:rPr>
              <a:t>Crucially, applications weren’t written to cope with the demand!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Traditional infrastructure capabilities are being exhausted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Service uptime, QoS, KPI’s and SLA’s are slipping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04C1DC-150A-E11A-823C-8A3A5CEAA3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829040" y="230188"/>
            <a:ext cx="3200400" cy="127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93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1A2C4-7DB8-19A8-7676-201ADA82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73C562-1F4E-ED2E-79D6-4FDA9F3E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0" b="7407"/>
          <a:stretch>
            <a:fillRect/>
          </a:stretch>
        </p:blipFill>
        <p:spPr>
          <a:xfrm>
            <a:off x="0" y="50799"/>
            <a:ext cx="12192000" cy="680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5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58B50-4C56-7DCA-343C-57D5AA278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C84940-DCA1-C3F0-A9F7-83A3A7D3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How does OpenStack fit in ?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77B4B-7CEA-DC2C-C886-4385A1226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215"/>
          </a:xfrm>
        </p:spPr>
        <p:txBody>
          <a:bodyPr/>
          <a:lstStyle/>
          <a:p>
            <a:r>
              <a:rPr lang="th-TH" dirty="0">
                <a:solidFill>
                  <a:srgbClr val="CC0001"/>
                </a:solidFill>
                <a:latin typeface="Red Hat Display" panose="02010303040201060303" pitchFamily="2" charset="0"/>
                <a:ea typeface="Red Hat Display" panose="02010303040201060303" pitchFamily="2" charset="0"/>
              </a:rPr>
              <a:t>A public cloud-like Infrastructure-as-a-Service cloud platform </a:t>
            </a:r>
          </a:p>
          <a:p>
            <a:pPr lvl="1">
              <a:buFontTx/>
              <a:buChar char="-"/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Internal “Infrastructure on Demand” - private cloud</a:t>
            </a:r>
          </a:p>
          <a:p>
            <a:pPr lvl="1">
              <a:buFontTx/>
              <a:buChar char="-"/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Test and Development environments - e.g. sandbox</a:t>
            </a:r>
          </a:p>
          <a:p>
            <a:pPr lvl="1">
              <a:buFontTx/>
              <a:buChar char="-"/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Cloud service provider platform - reselling compute, network &amp; storage</a:t>
            </a:r>
          </a:p>
          <a:p>
            <a:pPr lvl="1">
              <a:buFontTx/>
              <a:buChar char="-"/>
            </a:pP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  <a:p>
            <a:r>
              <a:rPr lang="th-TH" b="1" dirty="0">
                <a:solidFill>
                  <a:srgbClr val="CC0001"/>
                </a:solidFill>
                <a:latin typeface="Red Hat Display" panose="02010303040201060303" pitchFamily="2" charset="0"/>
                <a:ea typeface="Red Hat Display" panose="02010303040201060303" pitchFamily="2" charset="0"/>
              </a:rPr>
              <a:t>Building a scale-out platform for cloud-enabled workloads</a:t>
            </a:r>
          </a:p>
          <a:p>
            <a:pPr lvl="1">
              <a:buFontTx/>
              <a:buChar char="-"/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Netﬂix(-like) applications</a:t>
            </a:r>
          </a:p>
          <a:p>
            <a:pPr lvl="1">
              <a:buFontTx/>
              <a:buChar char="-"/>
            </a:pPr>
            <a:r>
              <a:rPr lang="th-TH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</a:rPr>
              <a:t>Academic or pharma workloads, e.g. genetic sequencing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2705C0-CEED-8D40-51B8-B15F369C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829040" y="230188"/>
            <a:ext cx="3200400" cy="127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4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314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Red Hat Display</vt:lpstr>
      <vt:lpstr>Red Hat Display Light</vt:lpstr>
      <vt:lpstr>Office Theme</vt:lpstr>
      <vt:lpstr>PowerPoint Presentation</vt:lpstr>
      <vt:lpstr>What is OpenStack ?</vt:lpstr>
      <vt:lpstr>Why does the world need OpenStack ?</vt:lpstr>
      <vt:lpstr>Why does the world need OpenStack ?</vt:lpstr>
      <vt:lpstr>Traditional Workload  vs  Cloud-enabled Workload</vt:lpstr>
      <vt:lpstr>Traditional Workload</vt:lpstr>
      <vt:lpstr>Traditional Workload</vt:lpstr>
      <vt:lpstr>PowerPoint Presentation</vt:lpstr>
      <vt:lpstr>How does OpenStack fit in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Nawinee  Detthitichai</dc:creator>
  <cp:lastModifiedBy>Nawinee  Detthitichai</cp:lastModifiedBy>
  <cp:revision>11</cp:revision>
  <dcterms:created xsi:type="dcterms:W3CDTF">2026-09-21T04:36:08Z</dcterms:created>
  <dcterms:modified xsi:type="dcterms:W3CDTF">2026-09-21T08:50:28Z</dcterms:modified>
</cp:coreProperties>
</file>